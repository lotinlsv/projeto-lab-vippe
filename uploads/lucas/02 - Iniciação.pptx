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  <p:sldMasterId id="2147483652" r:id="rId5"/>
    <p:sldMasterId id="2147483656" r:id="rId6"/>
    <p:sldMasterId id="2147483654" r:id="rId7"/>
    <p:sldMasterId id="2147483658" r:id="rId8"/>
  </p:sldMasterIdLst>
  <p:notesMasterIdLst>
    <p:notesMasterId r:id="rId11"/>
  </p:notesMasterIdLst>
  <p:sldIdLst>
    <p:sldId id="1103" r:id="rId9"/>
    <p:sldId id="1098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F4C"/>
    <a:srgbClr val="A90202"/>
    <a:srgbClr val="AA0000"/>
    <a:srgbClr val="4B4C4E"/>
    <a:srgbClr val="E5E5E5"/>
    <a:srgbClr val="A70000"/>
    <a:srgbClr val="A90000"/>
    <a:srgbClr val="4D5157"/>
    <a:srgbClr val="635C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Estilo Claro 2 - Ênfas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ssias Reis da Silva" userId="56080bc2-6257-4e3c-946f-5cf3d7087511" providerId="ADAL" clId="{C4ECAFD4-EEFA-4B49-9C5B-21003306A4E6}"/>
    <pc:docChg chg="custSel delSld modSld delMainMaster modMainMaster">
      <pc:chgData name="Messias Reis da Silva" userId="56080bc2-6257-4e3c-946f-5cf3d7087511" providerId="ADAL" clId="{C4ECAFD4-EEFA-4B49-9C5B-21003306A4E6}" dt="2026-03-18T13:15:16.143" v="53" actId="1076"/>
      <pc:docMkLst>
        <pc:docMk/>
      </pc:docMkLst>
      <pc:sldChg chg="addSp delSp modSp mod">
        <pc:chgData name="Messias Reis da Silva" userId="56080bc2-6257-4e3c-946f-5cf3d7087511" providerId="ADAL" clId="{C4ECAFD4-EEFA-4B49-9C5B-21003306A4E6}" dt="2026-03-18T13:15:16.143" v="53" actId="1076"/>
        <pc:sldMkLst>
          <pc:docMk/>
          <pc:sldMk cId="3740589210" sldId="1098"/>
        </pc:sldMkLst>
        <pc:spChg chg="mod">
          <ac:chgData name="Messias Reis da Silva" userId="56080bc2-6257-4e3c-946f-5cf3d7087511" providerId="ADAL" clId="{C4ECAFD4-EEFA-4B49-9C5B-21003306A4E6}" dt="2026-03-16T16:04:28.619" v="29" actId="404"/>
          <ac:spMkLst>
            <pc:docMk/>
            <pc:sldMk cId="3740589210" sldId="1098"/>
            <ac:spMk id="2" creationId="{2B2C9A07-CE71-4A14-00C3-A4B8C3AC17E6}"/>
          </ac:spMkLst>
        </pc:spChg>
        <pc:spChg chg="add mod">
          <ac:chgData name="Messias Reis da Silva" userId="56080bc2-6257-4e3c-946f-5cf3d7087511" providerId="ADAL" clId="{C4ECAFD4-EEFA-4B49-9C5B-21003306A4E6}" dt="2026-03-16T16:04:20.610" v="27"/>
          <ac:spMkLst>
            <pc:docMk/>
            <pc:sldMk cId="3740589210" sldId="1098"/>
            <ac:spMk id="4" creationId="{4C2B8350-57CE-D44E-2054-7A3E4EF46EB6}"/>
          </ac:spMkLst>
        </pc:spChg>
        <pc:spChg chg="add mod">
          <ac:chgData name="Messias Reis da Silva" userId="56080bc2-6257-4e3c-946f-5cf3d7087511" providerId="ADAL" clId="{C4ECAFD4-EEFA-4B49-9C5B-21003306A4E6}" dt="2026-03-16T16:04:44.771" v="50" actId="113"/>
          <ac:spMkLst>
            <pc:docMk/>
            <pc:sldMk cId="3740589210" sldId="1098"/>
            <ac:spMk id="5" creationId="{637495C7-03FF-667E-62FB-30FCEEABEDAC}"/>
          </ac:spMkLst>
        </pc:spChg>
        <pc:spChg chg="mod">
          <ac:chgData name="Messias Reis da Silva" userId="56080bc2-6257-4e3c-946f-5cf3d7087511" providerId="ADAL" clId="{C4ECAFD4-EEFA-4B49-9C5B-21003306A4E6}" dt="2026-03-16T16:04:28.619" v="29" actId="404"/>
          <ac:spMkLst>
            <pc:docMk/>
            <pc:sldMk cId="3740589210" sldId="1098"/>
            <ac:spMk id="15" creationId="{8E1BF2DF-166D-4953-ADE7-2F26E17A7235}"/>
          </ac:spMkLst>
        </pc:spChg>
        <pc:spChg chg="mod">
          <ac:chgData name="Messias Reis da Silva" userId="56080bc2-6257-4e3c-946f-5cf3d7087511" providerId="ADAL" clId="{C4ECAFD4-EEFA-4B49-9C5B-21003306A4E6}" dt="2026-03-16T16:04:28.619" v="29" actId="404"/>
          <ac:spMkLst>
            <pc:docMk/>
            <pc:sldMk cId="3740589210" sldId="1098"/>
            <ac:spMk id="19" creationId="{33A3F2ED-5101-49D2-BE8A-2A516EC418B8}"/>
          </ac:spMkLst>
        </pc:spChg>
        <pc:spChg chg="mod">
          <ac:chgData name="Messias Reis da Silva" userId="56080bc2-6257-4e3c-946f-5cf3d7087511" providerId="ADAL" clId="{C4ECAFD4-EEFA-4B49-9C5B-21003306A4E6}" dt="2026-03-16T16:04:28.619" v="29" actId="404"/>
          <ac:spMkLst>
            <pc:docMk/>
            <pc:sldMk cId="3740589210" sldId="1098"/>
            <ac:spMk id="23" creationId="{5F0846B1-0F9E-4A48-AA76-4D5CFF2183E1}"/>
          </ac:spMkLst>
        </pc:spChg>
        <pc:spChg chg="mod">
          <ac:chgData name="Messias Reis da Silva" userId="56080bc2-6257-4e3c-946f-5cf3d7087511" providerId="ADAL" clId="{C4ECAFD4-EEFA-4B49-9C5B-21003306A4E6}" dt="2026-03-16T16:04:28.619" v="29" actId="404"/>
          <ac:spMkLst>
            <pc:docMk/>
            <pc:sldMk cId="3740589210" sldId="1098"/>
            <ac:spMk id="30" creationId="{78E89EA6-A97D-4A55-9D99-7B656D27BC70}"/>
          </ac:spMkLst>
        </pc:spChg>
        <pc:spChg chg="mod">
          <ac:chgData name="Messias Reis da Silva" userId="56080bc2-6257-4e3c-946f-5cf3d7087511" providerId="ADAL" clId="{C4ECAFD4-EEFA-4B49-9C5B-21003306A4E6}" dt="2026-03-16T16:04:28.619" v="29" actId="404"/>
          <ac:spMkLst>
            <pc:docMk/>
            <pc:sldMk cId="3740589210" sldId="1098"/>
            <ac:spMk id="33" creationId="{4D9EE0DA-971B-42E9-B294-B75344B18071}"/>
          </ac:spMkLst>
        </pc:spChg>
        <pc:spChg chg="mod">
          <ac:chgData name="Messias Reis da Silva" userId="56080bc2-6257-4e3c-946f-5cf3d7087511" providerId="ADAL" clId="{C4ECAFD4-EEFA-4B49-9C5B-21003306A4E6}" dt="2026-03-16T16:04:28.619" v="29" actId="404"/>
          <ac:spMkLst>
            <pc:docMk/>
            <pc:sldMk cId="3740589210" sldId="1098"/>
            <ac:spMk id="34" creationId="{EE72BAC8-364B-4BF2-8552-9C53F7B6B0AE}"/>
          </ac:spMkLst>
        </pc:spChg>
        <pc:spChg chg="mod">
          <ac:chgData name="Messias Reis da Silva" userId="56080bc2-6257-4e3c-946f-5cf3d7087511" providerId="ADAL" clId="{C4ECAFD4-EEFA-4B49-9C5B-21003306A4E6}" dt="2026-03-16T16:04:28.619" v="29" actId="404"/>
          <ac:spMkLst>
            <pc:docMk/>
            <pc:sldMk cId="3740589210" sldId="1098"/>
            <ac:spMk id="35" creationId="{60C6A283-749B-45E3-B4D8-4DE8957F3518}"/>
          </ac:spMkLst>
        </pc:spChg>
        <pc:spChg chg="mod">
          <ac:chgData name="Messias Reis da Silva" userId="56080bc2-6257-4e3c-946f-5cf3d7087511" providerId="ADAL" clId="{C4ECAFD4-EEFA-4B49-9C5B-21003306A4E6}" dt="2026-03-16T16:04:28.619" v="29" actId="404"/>
          <ac:spMkLst>
            <pc:docMk/>
            <pc:sldMk cId="3740589210" sldId="1098"/>
            <ac:spMk id="40" creationId="{8C76B87D-830F-46C2-974A-2D191466C969}"/>
          </ac:spMkLst>
        </pc:spChg>
        <pc:spChg chg="mod">
          <ac:chgData name="Messias Reis da Silva" userId="56080bc2-6257-4e3c-946f-5cf3d7087511" providerId="ADAL" clId="{C4ECAFD4-EEFA-4B49-9C5B-21003306A4E6}" dt="2026-03-16T16:04:50.585" v="52" actId="113"/>
          <ac:spMkLst>
            <pc:docMk/>
            <pc:sldMk cId="3740589210" sldId="1098"/>
            <ac:spMk id="46" creationId="{6ADC5100-7C15-476A-946F-743AEFA24F95}"/>
          </ac:spMkLst>
        </pc:spChg>
        <pc:spChg chg="mod">
          <ac:chgData name="Messias Reis da Silva" userId="56080bc2-6257-4e3c-946f-5cf3d7087511" providerId="ADAL" clId="{C4ECAFD4-EEFA-4B49-9C5B-21003306A4E6}" dt="2026-03-18T13:15:16.143" v="53" actId="1076"/>
          <ac:spMkLst>
            <pc:docMk/>
            <pc:sldMk cId="3740589210" sldId="1098"/>
            <ac:spMk id="49" creationId="{41FC4812-A7AB-44A1-9DF2-F5A7061D049A}"/>
          </ac:spMkLst>
        </pc:spChg>
      </pc:sldChg>
      <pc:sldChg chg="addSp delSp modSp mod setBg">
        <pc:chgData name="Messias Reis da Silva" userId="56080bc2-6257-4e3c-946f-5cf3d7087511" providerId="ADAL" clId="{C4ECAFD4-EEFA-4B49-9C5B-21003306A4E6}" dt="2026-03-16T16:04:02.602" v="21" actId="14100"/>
        <pc:sldMkLst>
          <pc:docMk/>
          <pc:sldMk cId="248413892" sldId="1103"/>
        </pc:sldMkLst>
        <pc:spChg chg="add mod">
          <ac:chgData name="Messias Reis da Silva" userId="56080bc2-6257-4e3c-946f-5cf3d7087511" providerId="ADAL" clId="{C4ECAFD4-EEFA-4B49-9C5B-21003306A4E6}" dt="2026-03-16T16:04:02.602" v="21" actId="14100"/>
          <ac:spMkLst>
            <pc:docMk/>
            <pc:sldMk cId="248413892" sldId="1103"/>
            <ac:spMk id="3" creationId="{E298B21C-08BA-4DF4-BC51-6CF5AAB4F37B}"/>
          </ac:spMkLst>
        </pc:spChg>
      </pc:sldChg>
      <pc:sldMasterChg chg="delSp mod modSldLayout">
        <pc:chgData name="Messias Reis da Silva" userId="56080bc2-6257-4e3c-946f-5cf3d7087511" providerId="ADAL" clId="{C4ECAFD4-EEFA-4B49-9C5B-21003306A4E6}" dt="2026-03-16T16:03:17.220" v="3" actId="478"/>
        <pc:sldMasterMkLst>
          <pc:docMk/>
          <pc:sldMasterMk cId="3012144195" sldId="2147483650"/>
        </pc:sldMasterMkLst>
        <pc:sldLayoutChg chg="delSp mod">
          <pc:chgData name="Messias Reis da Silva" userId="56080bc2-6257-4e3c-946f-5cf3d7087511" providerId="ADAL" clId="{C4ECAFD4-EEFA-4B49-9C5B-21003306A4E6}" dt="2026-03-16T16:03:17.220" v="3" actId="478"/>
          <pc:sldLayoutMkLst>
            <pc:docMk/>
            <pc:sldMasterMk cId="3012144195" sldId="2147483650"/>
            <pc:sldLayoutMk cId="4074199240" sldId="2147483662"/>
          </pc:sldLayoutMkLst>
        </pc:sldLayoutChg>
      </pc:sldMasterChg>
      <pc:sldMasterChg chg="delSp mod">
        <pc:chgData name="Messias Reis da Silva" userId="56080bc2-6257-4e3c-946f-5cf3d7087511" providerId="ADAL" clId="{C4ECAFD4-EEFA-4B49-9C5B-21003306A4E6}" dt="2026-03-16T16:03:18.947" v="4" actId="478"/>
        <pc:sldMasterMkLst>
          <pc:docMk/>
          <pc:sldMasterMk cId="3219617709" sldId="2147483652"/>
        </pc:sldMasterMkLst>
      </pc:sldMasterChg>
      <pc:sldMasterChg chg="delSp mod">
        <pc:chgData name="Messias Reis da Silva" userId="56080bc2-6257-4e3c-946f-5cf3d7087511" providerId="ADAL" clId="{C4ECAFD4-EEFA-4B49-9C5B-21003306A4E6}" dt="2026-03-16T16:03:23.296" v="6" actId="478"/>
        <pc:sldMasterMkLst>
          <pc:docMk/>
          <pc:sldMasterMk cId="3525306321" sldId="2147483654"/>
        </pc:sldMasterMkLst>
      </pc:sldMasterChg>
      <pc:sldMasterChg chg="delSp mod delSldLayout modSldLayout">
        <pc:chgData name="Messias Reis da Silva" userId="56080bc2-6257-4e3c-946f-5cf3d7087511" providerId="ADAL" clId="{C4ECAFD4-EEFA-4B49-9C5B-21003306A4E6}" dt="2026-03-16T16:04:15.948" v="25" actId="47"/>
        <pc:sldMasterMkLst>
          <pc:docMk/>
          <pc:sldMasterMk cId="889335772" sldId="2147483656"/>
        </pc:sldMasterMkLst>
        <pc:sldLayoutChg chg="delSp mod">
          <pc:chgData name="Messias Reis da Silva" userId="56080bc2-6257-4e3c-946f-5cf3d7087511" providerId="ADAL" clId="{C4ECAFD4-EEFA-4B49-9C5B-21003306A4E6}" dt="2026-03-16T16:03:10.714" v="1" actId="478"/>
          <pc:sldLayoutMkLst>
            <pc:docMk/>
            <pc:sldMasterMk cId="889335772" sldId="2147483656"/>
            <pc:sldLayoutMk cId="974510569" sldId="2147483657"/>
          </pc:sldLayoutMkLst>
        </pc:sldLayoutChg>
      </pc:sldMasterChg>
      <pc:sldMasterChg chg="delSp mod">
        <pc:chgData name="Messias Reis da Silva" userId="56080bc2-6257-4e3c-946f-5cf3d7087511" providerId="ADAL" clId="{C4ECAFD4-EEFA-4B49-9C5B-21003306A4E6}" dt="2026-03-16T16:03:24.880" v="7" actId="478"/>
        <pc:sldMasterMkLst>
          <pc:docMk/>
          <pc:sldMasterMk cId="160668615" sldId="214748365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399B0-478A-474A-839E-7836817EA12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06458-A6DA-47E0-BC24-225074DBA4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4611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47368A-FCDE-47AA-A3D3-18490048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8A2FEA-0F20-4167-AA62-98360A37659A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79E113-3A10-4F74-83F5-109101896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DDA7F4-9AB2-48ED-B21E-FC31E6F6C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5DFCC6-E83A-4869-9187-07F911F31104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251C28-3870-498A-9F87-3508D7E45C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/>
              <a:t>Digite aqui o seu texto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ADE2C4C-E8BC-47B4-BAE0-3AC1479DB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075" y="1238250"/>
            <a:ext cx="11330997" cy="5118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Lorem</a:t>
            </a:r>
            <a:r>
              <a:rPr lang="pt-BR" dirty="0"/>
              <a:t> Ipsum.</a:t>
            </a:r>
          </a:p>
        </p:txBody>
      </p:sp>
    </p:spTree>
    <p:extLst>
      <p:ext uri="{BB962C8B-B14F-4D97-AF65-F5344CB8AC3E}">
        <p14:creationId xmlns:p14="http://schemas.microsoft.com/office/powerpoint/2010/main" val="1117952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oio, 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0EA46-C331-4566-B63C-20064E898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"/>
            <a:ext cx="11445199" cy="1312924"/>
          </a:xfrm>
        </p:spPr>
        <p:txBody>
          <a:bodyPr lIns="180000" tIns="72000" bIns="72000">
            <a:normAutofit/>
          </a:bodyPr>
          <a:lstStyle>
            <a:lvl1pPr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pt-BR" dirty="0"/>
              <a:t>Digite aqui o termo chave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BA1B5C-C70C-48CB-BE22-E9F198F6C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6" y="1324951"/>
            <a:ext cx="8665432" cy="5155898"/>
          </a:xfrm>
        </p:spPr>
        <p:txBody>
          <a:bodyPr lIns="180000" tIns="72000" bIns="72000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3200" b="1">
                <a:solidFill>
                  <a:schemeClr val="accent2"/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2800" b="1">
                <a:solidFill>
                  <a:schemeClr val="accent2"/>
                </a:solidFill>
                <a:latin typeface="+mn-lt"/>
              </a:defRPr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2400" b="1">
                <a:solidFill>
                  <a:schemeClr val="accent2"/>
                </a:solidFill>
                <a:latin typeface="+mn-lt"/>
              </a:defRPr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8CAAA2-6451-4F0F-88F1-A84E7F20E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88296" y="6492875"/>
            <a:ext cx="6237313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pt-BR"/>
              <a:t>2021 | Todos os direitos reservados à Meliva | meliva.com.br</a:t>
            </a:r>
            <a:endParaRPr lang="pt-BR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8381DE5-B2C2-4482-A1B7-3E3C1A83BEA5}"/>
              </a:ext>
            </a:extLst>
          </p:cNvPr>
          <p:cNvSpPr/>
          <p:nvPr userDrawn="1"/>
        </p:nvSpPr>
        <p:spPr>
          <a:xfrm>
            <a:off x="9225611" y="3889786"/>
            <a:ext cx="2591063" cy="259106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E93AA8FA-ACBB-4181-B7C1-4B878D78FF1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1475" y="207390"/>
            <a:ext cx="0" cy="857840"/>
          </a:xfrm>
          <a:prstGeom prst="line">
            <a:avLst/>
          </a:prstGeom>
          <a:ln w="635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2CECF0B2-0CEA-4EAE-949F-906F801212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24963" y="1312863"/>
            <a:ext cx="2592387" cy="1982787"/>
          </a:xfrm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600"/>
              </a:spcBef>
              <a:buNone/>
              <a:defRPr sz="2000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pt-BR" dirty="0"/>
              <a:t>Área opcional de informações de apoio</a:t>
            </a:r>
          </a:p>
        </p:txBody>
      </p:sp>
    </p:spTree>
    <p:extLst>
      <p:ext uri="{BB962C8B-B14F-4D97-AF65-F5344CB8AC3E}">
        <p14:creationId xmlns:p14="http://schemas.microsoft.com/office/powerpoint/2010/main" val="4074199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4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82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47368A-FCDE-47AA-A3D3-18490048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8A2FEA-0F20-4167-AA62-98360A37659A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79E113-3A10-4F74-83F5-109101896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DDA7F4-9AB2-48ED-B21E-FC31E6F6C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5DFCC6-E83A-4869-9187-07F911F31104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251C28-3870-498A-9F87-3508D7E45C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/>
              <a:t>Digite aqui o seu texto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ADE2C4C-E8BC-47B4-BAE0-3AC1479DB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075" y="1238250"/>
            <a:ext cx="5622925" cy="5118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pt-BR" dirty="0"/>
              <a:t>Item 1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Item 2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Item 3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9BC4451-0380-44C7-992B-7B74F7B40C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513" y="1238250"/>
            <a:ext cx="5545137" cy="51181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54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47368A-FCDE-47AA-A3D3-18490048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8A2FEA-0F20-4167-AA62-98360A37659A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79E113-3A10-4F74-83F5-109101896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DDA7F4-9AB2-48ED-B21E-FC31E6F6C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5DFCC6-E83A-4869-9187-07F911F31104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251C28-3870-498A-9F87-3508D7E45C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/>
              <a:t>Digite aqui o seu texto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ADE2C4C-E8BC-47B4-BAE0-3AC1479DB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075" y="1238250"/>
            <a:ext cx="5622925" cy="5118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pt-BR" dirty="0"/>
              <a:t>Item 1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Item 2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Item 3</a:t>
            </a:r>
          </a:p>
        </p:txBody>
      </p:sp>
    </p:spTree>
    <p:extLst>
      <p:ext uri="{BB962C8B-B14F-4D97-AF65-F5344CB8AC3E}">
        <p14:creationId xmlns:p14="http://schemas.microsoft.com/office/powerpoint/2010/main" val="974510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E58FE93B-87F7-42B0-AC87-5711513367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852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Gráfico 2">
            <a:extLst>
              <a:ext uri="{FF2B5EF4-FFF2-40B4-BE49-F238E27FC236}">
                <a16:creationId xmlns:a16="http://schemas.microsoft.com/office/drawing/2014/main" id="{71D34012-C766-45A8-B01E-09DB2DB2578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7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8">
            <a:extLst>
              <a:ext uri="{FF2B5EF4-FFF2-40B4-BE49-F238E27FC236}">
                <a16:creationId xmlns:a16="http://schemas.microsoft.com/office/drawing/2014/main" id="{300E5F93-26AC-4D92-97C9-0590E6EC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290310"/>
            <a:ext cx="11331633" cy="856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Digite aqui o seu texto</a:t>
            </a:r>
          </a:p>
        </p:txBody>
      </p:sp>
    </p:spTree>
    <p:extLst>
      <p:ext uri="{BB962C8B-B14F-4D97-AF65-F5344CB8AC3E}">
        <p14:creationId xmlns:p14="http://schemas.microsoft.com/office/powerpoint/2010/main" val="301214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8">
            <a:extLst>
              <a:ext uri="{FF2B5EF4-FFF2-40B4-BE49-F238E27FC236}">
                <a16:creationId xmlns:a16="http://schemas.microsoft.com/office/drawing/2014/main" id="{300E5F93-26AC-4D92-97C9-0590E6EC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290310"/>
            <a:ext cx="11331633" cy="856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Digite aqui o seu texto</a:t>
            </a:r>
          </a:p>
        </p:txBody>
      </p:sp>
    </p:spTree>
    <p:extLst>
      <p:ext uri="{BB962C8B-B14F-4D97-AF65-F5344CB8AC3E}">
        <p14:creationId xmlns:p14="http://schemas.microsoft.com/office/powerpoint/2010/main" val="3219617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8">
            <a:extLst>
              <a:ext uri="{FF2B5EF4-FFF2-40B4-BE49-F238E27FC236}">
                <a16:creationId xmlns:a16="http://schemas.microsoft.com/office/drawing/2014/main" id="{300E5F93-26AC-4D92-97C9-0590E6EC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290310"/>
            <a:ext cx="11331633" cy="856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Digite aqui o seu texto</a:t>
            </a:r>
          </a:p>
        </p:txBody>
      </p:sp>
    </p:spTree>
    <p:extLst>
      <p:ext uri="{BB962C8B-B14F-4D97-AF65-F5344CB8AC3E}">
        <p14:creationId xmlns:p14="http://schemas.microsoft.com/office/powerpoint/2010/main" val="88933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8">
            <a:extLst>
              <a:ext uri="{FF2B5EF4-FFF2-40B4-BE49-F238E27FC236}">
                <a16:creationId xmlns:a16="http://schemas.microsoft.com/office/drawing/2014/main" id="{300E5F93-26AC-4D92-97C9-0590E6EC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290310"/>
            <a:ext cx="11331633" cy="856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Digite aqui o seu texto</a:t>
            </a:r>
          </a:p>
        </p:txBody>
      </p:sp>
    </p:spTree>
    <p:extLst>
      <p:ext uri="{BB962C8B-B14F-4D97-AF65-F5344CB8AC3E}">
        <p14:creationId xmlns:p14="http://schemas.microsoft.com/office/powerpoint/2010/main" val="352530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8">
            <a:extLst>
              <a:ext uri="{FF2B5EF4-FFF2-40B4-BE49-F238E27FC236}">
                <a16:creationId xmlns:a16="http://schemas.microsoft.com/office/drawing/2014/main" id="{300E5F93-26AC-4D92-97C9-0590E6EC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39" y="290310"/>
            <a:ext cx="11331633" cy="856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Digite aqui o seu texto</a:t>
            </a:r>
          </a:p>
        </p:txBody>
      </p:sp>
    </p:spTree>
    <p:extLst>
      <p:ext uri="{BB962C8B-B14F-4D97-AF65-F5344CB8AC3E}">
        <p14:creationId xmlns:p14="http://schemas.microsoft.com/office/powerpoint/2010/main" val="16066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44BA1D9A-8ED4-FB90-F0E6-C5D151A8C4B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1000" y="872193"/>
            <a:ext cx="3810000" cy="3810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298B21C-08BA-4DF4-BC51-6CF5AAB4F37B}"/>
              </a:ext>
            </a:extLst>
          </p:cNvPr>
          <p:cNvSpPr/>
          <p:nvPr/>
        </p:nvSpPr>
        <p:spPr>
          <a:xfrm>
            <a:off x="0" y="0"/>
            <a:ext cx="12192000" cy="779873"/>
          </a:xfrm>
          <a:prstGeom prst="rect">
            <a:avLst/>
          </a:prstGeom>
          <a:solidFill>
            <a:srgbClr val="002F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7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  <a:sym typeface="Arial"/>
              </a:rPr>
              <a:t>INICIAÇÃO</a:t>
            </a:r>
          </a:p>
        </p:txBody>
      </p:sp>
    </p:spTree>
    <p:extLst>
      <p:ext uri="{BB962C8B-B14F-4D97-AF65-F5344CB8AC3E}">
        <p14:creationId xmlns:p14="http://schemas.microsoft.com/office/powerpoint/2010/main" val="248413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Número de Slide 9">
            <a:extLst>
              <a:ext uri="{FF2B5EF4-FFF2-40B4-BE49-F238E27FC236}">
                <a16:creationId xmlns:a16="http://schemas.microsoft.com/office/drawing/2014/main" id="{D05CF273-1742-4326-93AE-DF322E07F242}"/>
              </a:ext>
            </a:extLst>
          </p:cNvPr>
          <p:cNvSpPr txBox="1">
            <a:spLocks/>
          </p:cNvSpPr>
          <p:nvPr/>
        </p:nvSpPr>
        <p:spPr>
          <a:xfrm>
            <a:off x="9122712" y="6356353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45D0F0DE-FB54-4C42-AF30-3A44ABC34C8F}" type="slidenum">
              <a:rPr lang="pt-BR">
                <a:solidFill>
                  <a:prstClr val="white"/>
                </a:solidFill>
              </a:rPr>
              <a:pPr>
                <a:defRPr/>
              </a:pPr>
              <a:t>2</a:t>
            </a:fld>
            <a:endParaRPr lang="pt-BR" dirty="0">
              <a:solidFill>
                <a:prstClr val="white"/>
              </a:solidFill>
            </a:endParaRPr>
          </a:p>
        </p:txBody>
      </p:sp>
      <p:pic>
        <p:nvPicPr>
          <p:cNvPr id="12" name="Picture 6" descr="http://blog.kudoos.com.br/wp-content/uploads/2013/04/Kudoos-ProjectCanvas2.jpg">
            <a:extLst>
              <a:ext uri="{FF2B5EF4-FFF2-40B4-BE49-F238E27FC236}">
                <a16:creationId xmlns:a16="http://schemas.microsoft.com/office/drawing/2014/main" id="{759BD593-55CA-4F23-A508-DE85C0679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607" y="342316"/>
            <a:ext cx="10558908" cy="5939386"/>
          </a:xfrm>
          <a:prstGeom prst="rect">
            <a:avLst/>
          </a:prstGeom>
          <a:noFill/>
          <a:ln>
            <a:solidFill>
              <a:srgbClr val="33333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2">
            <a:extLst>
              <a:ext uri="{FF2B5EF4-FFF2-40B4-BE49-F238E27FC236}">
                <a16:creationId xmlns:a16="http://schemas.microsoft.com/office/drawing/2014/main" id="{CB50B7F0-69F6-45FD-BD2F-DD655A039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398" y="2774405"/>
            <a:ext cx="18473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900" b="1" dirty="0">
              <a:latin typeface="+mj-lt"/>
            </a:endParaRPr>
          </a:p>
        </p:txBody>
      </p:sp>
      <p:sp>
        <p:nvSpPr>
          <p:cNvPr id="15" name="Retângulo: Único Canto Recortado 14">
            <a:extLst>
              <a:ext uri="{FF2B5EF4-FFF2-40B4-BE49-F238E27FC236}">
                <a16:creationId xmlns:a16="http://schemas.microsoft.com/office/drawing/2014/main" id="{8E1BF2DF-166D-4953-ADE7-2F26E17A7235}"/>
              </a:ext>
            </a:extLst>
          </p:cNvPr>
          <p:cNvSpPr/>
          <p:nvPr/>
        </p:nvSpPr>
        <p:spPr>
          <a:xfrm>
            <a:off x="1639620" y="928907"/>
            <a:ext cx="1647795" cy="483870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6" name="Retângulo: Único Canto Recortado 15">
            <a:extLst>
              <a:ext uri="{FF2B5EF4-FFF2-40B4-BE49-F238E27FC236}">
                <a16:creationId xmlns:a16="http://schemas.microsoft.com/office/drawing/2014/main" id="{77BCF3AC-5C63-4577-A025-1C8882544C2F}"/>
              </a:ext>
            </a:extLst>
          </p:cNvPr>
          <p:cNvSpPr/>
          <p:nvPr/>
        </p:nvSpPr>
        <p:spPr>
          <a:xfrm>
            <a:off x="3723169" y="909023"/>
            <a:ext cx="1647795" cy="483870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Uma</a:t>
            </a:r>
          </a:p>
        </p:txBody>
      </p:sp>
      <p:sp>
        <p:nvSpPr>
          <p:cNvPr id="17" name="Retângulo: Único Canto Recortado 16">
            <a:extLst>
              <a:ext uri="{FF2B5EF4-FFF2-40B4-BE49-F238E27FC236}">
                <a16:creationId xmlns:a16="http://schemas.microsoft.com/office/drawing/2014/main" id="{5AED03F6-8A87-4ECD-BD8F-A08F24BAA769}"/>
              </a:ext>
            </a:extLst>
          </p:cNvPr>
          <p:cNvSpPr/>
          <p:nvPr/>
        </p:nvSpPr>
        <p:spPr>
          <a:xfrm>
            <a:off x="1440296" y="2440464"/>
            <a:ext cx="2044581" cy="845622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8" name="Retângulo: Único Canto Recortado 17">
            <a:extLst>
              <a:ext uri="{FF2B5EF4-FFF2-40B4-BE49-F238E27FC236}">
                <a16:creationId xmlns:a16="http://schemas.microsoft.com/office/drawing/2014/main" id="{44BD3528-182D-4E45-9CEF-AEF9C6E0B5F1}"/>
              </a:ext>
            </a:extLst>
          </p:cNvPr>
          <p:cNvSpPr/>
          <p:nvPr/>
        </p:nvSpPr>
        <p:spPr>
          <a:xfrm>
            <a:off x="1568051" y="3860511"/>
            <a:ext cx="1647795" cy="398112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9" name="Retângulo: Único Canto Recortado 18">
            <a:extLst>
              <a:ext uri="{FF2B5EF4-FFF2-40B4-BE49-F238E27FC236}">
                <a16:creationId xmlns:a16="http://schemas.microsoft.com/office/drawing/2014/main" id="{33A3F2ED-5101-49D2-BE8A-2A516EC418B8}"/>
              </a:ext>
            </a:extLst>
          </p:cNvPr>
          <p:cNvSpPr/>
          <p:nvPr/>
        </p:nvSpPr>
        <p:spPr>
          <a:xfrm>
            <a:off x="1568051" y="4417536"/>
            <a:ext cx="1647795" cy="398112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20" name="Retângulo: Único Canto Recortado 19">
            <a:extLst>
              <a:ext uri="{FF2B5EF4-FFF2-40B4-BE49-F238E27FC236}">
                <a16:creationId xmlns:a16="http://schemas.microsoft.com/office/drawing/2014/main" id="{9F7CE7D6-0B9B-4291-81BD-B638588C1A07}"/>
              </a:ext>
            </a:extLst>
          </p:cNvPr>
          <p:cNvSpPr/>
          <p:nvPr/>
        </p:nvSpPr>
        <p:spPr>
          <a:xfrm>
            <a:off x="5874523" y="1120306"/>
            <a:ext cx="1575548" cy="398421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21" name="Retângulo: Único Canto Recortado 20">
            <a:extLst>
              <a:ext uri="{FF2B5EF4-FFF2-40B4-BE49-F238E27FC236}">
                <a16:creationId xmlns:a16="http://schemas.microsoft.com/office/drawing/2014/main" id="{41FFCBAC-6EDC-47D6-90C6-4447888B216E}"/>
              </a:ext>
            </a:extLst>
          </p:cNvPr>
          <p:cNvSpPr/>
          <p:nvPr/>
        </p:nvSpPr>
        <p:spPr>
          <a:xfrm>
            <a:off x="5720274" y="1699743"/>
            <a:ext cx="1729797" cy="398421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22" name="Retângulo: Único Canto Recortado 21">
            <a:extLst>
              <a:ext uri="{FF2B5EF4-FFF2-40B4-BE49-F238E27FC236}">
                <a16:creationId xmlns:a16="http://schemas.microsoft.com/office/drawing/2014/main" id="{1F2FFE21-C783-4089-A6EF-16BC518C902C}"/>
              </a:ext>
            </a:extLst>
          </p:cNvPr>
          <p:cNvSpPr/>
          <p:nvPr/>
        </p:nvSpPr>
        <p:spPr>
          <a:xfrm>
            <a:off x="7789139" y="997619"/>
            <a:ext cx="1647795" cy="398114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23" name="Retângulo: Único Canto Recortado 22">
            <a:extLst>
              <a:ext uri="{FF2B5EF4-FFF2-40B4-BE49-F238E27FC236}">
                <a16:creationId xmlns:a16="http://schemas.microsoft.com/office/drawing/2014/main" id="{5F0846B1-0F9E-4A48-AA76-4D5CFF2183E1}"/>
              </a:ext>
            </a:extLst>
          </p:cNvPr>
          <p:cNvSpPr/>
          <p:nvPr/>
        </p:nvSpPr>
        <p:spPr>
          <a:xfrm>
            <a:off x="7760878" y="1530737"/>
            <a:ext cx="1647795" cy="398114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 </a:t>
            </a:r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24" name="Retângulo: Único Canto Recortado 23">
            <a:extLst>
              <a:ext uri="{FF2B5EF4-FFF2-40B4-BE49-F238E27FC236}">
                <a16:creationId xmlns:a16="http://schemas.microsoft.com/office/drawing/2014/main" id="{B2549F73-1AEC-44D4-8B0C-952DBEA31800}"/>
              </a:ext>
            </a:extLst>
          </p:cNvPr>
          <p:cNvSpPr/>
          <p:nvPr/>
        </p:nvSpPr>
        <p:spPr>
          <a:xfrm>
            <a:off x="10102774" y="1246550"/>
            <a:ext cx="1452354" cy="367102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</a:t>
            </a:r>
          </a:p>
        </p:txBody>
      </p:sp>
      <p:sp>
        <p:nvSpPr>
          <p:cNvPr id="25" name="Retângulo: Único Canto Recortado 24">
            <a:extLst>
              <a:ext uri="{FF2B5EF4-FFF2-40B4-BE49-F238E27FC236}">
                <a16:creationId xmlns:a16="http://schemas.microsoft.com/office/drawing/2014/main" id="{87A12162-E5CE-4259-9A04-6A96F90126E4}"/>
              </a:ext>
            </a:extLst>
          </p:cNvPr>
          <p:cNvSpPr/>
          <p:nvPr/>
        </p:nvSpPr>
        <p:spPr>
          <a:xfrm>
            <a:off x="10026035" y="1745300"/>
            <a:ext cx="1452354" cy="367102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26" name="Retângulo: Único Canto Recortado 25">
            <a:extLst>
              <a:ext uri="{FF2B5EF4-FFF2-40B4-BE49-F238E27FC236}">
                <a16:creationId xmlns:a16="http://schemas.microsoft.com/office/drawing/2014/main" id="{F7032307-14D5-403C-A958-EFB05411CFC8}"/>
              </a:ext>
            </a:extLst>
          </p:cNvPr>
          <p:cNvSpPr/>
          <p:nvPr/>
        </p:nvSpPr>
        <p:spPr>
          <a:xfrm>
            <a:off x="3626564" y="2580110"/>
            <a:ext cx="1647795" cy="600078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27" name="Retângulo: Único Canto Recortado 26">
            <a:extLst>
              <a:ext uri="{FF2B5EF4-FFF2-40B4-BE49-F238E27FC236}">
                <a16:creationId xmlns:a16="http://schemas.microsoft.com/office/drawing/2014/main" id="{CB9E41EF-6032-4410-939E-476C7D54DDF9}"/>
              </a:ext>
            </a:extLst>
          </p:cNvPr>
          <p:cNvSpPr/>
          <p:nvPr/>
        </p:nvSpPr>
        <p:spPr>
          <a:xfrm>
            <a:off x="3626564" y="3305037"/>
            <a:ext cx="1647795" cy="600078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28" name="Retângulo: Único Canto Recortado 27">
            <a:extLst>
              <a:ext uri="{FF2B5EF4-FFF2-40B4-BE49-F238E27FC236}">
                <a16:creationId xmlns:a16="http://schemas.microsoft.com/office/drawing/2014/main" id="{5B8A4D66-F9AF-469A-965D-2E8A7D107428}"/>
              </a:ext>
            </a:extLst>
          </p:cNvPr>
          <p:cNvSpPr/>
          <p:nvPr/>
        </p:nvSpPr>
        <p:spPr>
          <a:xfrm>
            <a:off x="3616149" y="4026575"/>
            <a:ext cx="1647795" cy="600078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29" name="Retângulo: Único Canto Recortado 28">
            <a:extLst>
              <a:ext uri="{FF2B5EF4-FFF2-40B4-BE49-F238E27FC236}">
                <a16:creationId xmlns:a16="http://schemas.microsoft.com/office/drawing/2014/main" id="{E31DD26E-7360-4E78-819E-5455F21B5A27}"/>
              </a:ext>
            </a:extLst>
          </p:cNvPr>
          <p:cNvSpPr/>
          <p:nvPr/>
        </p:nvSpPr>
        <p:spPr>
          <a:xfrm>
            <a:off x="3607841" y="4853299"/>
            <a:ext cx="1647795" cy="600078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0" name="Retângulo: Único Canto Recortado 29">
            <a:extLst>
              <a:ext uri="{FF2B5EF4-FFF2-40B4-BE49-F238E27FC236}">
                <a16:creationId xmlns:a16="http://schemas.microsoft.com/office/drawing/2014/main" id="{78E89EA6-A97D-4A55-9D99-7B656D27BC70}"/>
              </a:ext>
            </a:extLst>
          </p:cNvPr>
          <p:cNvSpPr/>
          <p:nvPr/>
        </p:nvSpPr>
        <p:spPr>
          <a:xfrm>
            <a:off x="5843641" y="3082639"/>
            <a:ext cx="1172355" cy="276209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xxx</a:t>
            </a:r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31" name="Retângulo: Único Canto Recortado 30">
            <a:extLst>
              <a:ext uri="{FF2B5EF4-FFF2-40B4-BE49-F238E27FC236}">
                <a16:creationId xmlns:a16="http://schemas.microsoft.com/office/drawing/2014/main" id="{45130925-2A7A-468B-ADDD-A1B7ED4C827F}"/>
              </a:ext>
            </a:extLst>
          </p:cNvPr>
          <p:cNvSpPr/>
          <p:nvPr/>
        </p:nvSpPr>
        <p:spPr>
          <a:xfrm>
            <a:off x="5874522" y="4015226"/>
            <a:ext cx="1172355" cy="276209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32" name="Retângulo: Único Canto Recortado 31">
            <a:extLst>
              <a:ext uri="{FF2B5EF4-FFF2-40B4-BE49-F238E27FC236}">
                <a16:creationId xmlns:a16="http://schemas.microsoft.com/office/drawing/2014/main" id="{DEC27F22-5D43-433D-90A3-ADE378AE081D}"/>
              </a:ext>
            </a:extLst>
          </p:cNvPr>
          <p:cNvSpPr/>
          <p:nvPr/>
        </p:nvSpPr>
        <p:spPr>
          <a:xfrm>
            <a:off x="5710073" y="5427740"/>
            <a:ext cx="1227392" cy="398113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3" name="Retângulo: Único Canto Recortado 32">
            <a:extLst>
              <a:ext uri="{FF2B5EF4-FFF2-40B4-BE49-F238E27FC236}">
                <a16:creationId xmlns:a16="http://schemas.microsoft.com/office/drawing/2014/main" id="{4D9EE0DA-971B-42E9-B294-B75344B18071}"/>
              </a:ext>
            </a:extLst>
          </p:cNvPr>
          <p:cNvSpPr/>
          <p:nvPr/>
        </p:nvSpPr>
        <p:spPr>
          <a:xfrm>
            <a:off x="7013615" y="5440442"/>
            <a:ext cx="1102510" cy="398113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4" name="Retângulo: Único Canto Recortado 33">
            <a:extLst>
              <a:ext uri="{FF2B5EF4-FFF2-40B4-BE49-F238E27FC236}">
                <a16:creationId xmlns:a16="http://schemas.microsoft.com/office/drawing/2014/main" id="{EE72BAC8-364B-4BF2-8552-9C53F7B6B0AE}"/>
              </a:ext>
            </a:extLst>
          </p:cNvPr>
          <p:cNvSpPr/>
          <p:nvPr/>
        </p:nvSpPr>
        <p:spPr>
          <a:xfrm>
            <a:off x="8292806" y="5448672"/>
            <a:ext cx="1297674" cy="398113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5" name="Retângulo: Único Canto Recortado 34">
            <a:extLst>
              <a:ext uri="{FF2B5EF4-FFF2-40B4-BE49-F238E27FC236}">
                <a16:creationId xmlns:a16="http://schemas.microsoft.com/office/drawing/2014/main" id="{60C6A283-749B-45E3-B4D8-4DE8957F3518}"/>
              </a:ext>
            </a:extLst>
          </p:cNvPr>
          <p:cNvSpPr/>
          <p:nvPr/>
        </p:nvSpPr>
        <p:spPr>
          <a:xfrm>
            <a:off x="9875254" y="5104998"/>
            <a:ext cx="1647796" cy="863711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R$ x</a:t>
            </a:r>
            <a:endParaRPr lang="pt-BR" sz="9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6" name="Retângulo: Único Canto Recortado 35">
            <a:extLst>
              <a:ext uri="{FF2B5EF4-FFF2-40B4-BE49-F238E27FC236}">
                <a16:creationId xmlns:a16="http://schemas.microsoft.com/office/drawing/2014/main" id="{D607FB1C-37C6-4491-AE33-BAE17C91402B}"/>
              </a:ext>
            </a:extLst>
          </p:cNvPr>
          <p:cNvSpPr/>
          <p:nvPr/>
        </p:nvSpPr>
        <p:spPr>
          <a:xfrm>
            <a:off x="7769063" y="3018498"/>
            <a:ext cx="1771726" cy="276209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1 – x</a:t>
            </a:r>
          </a:p>
        </p:txBody>
      </p:sp>
      <p:sp>
        <p:nvSpPr>
          <p:cNvPr id="37" name="Retângulo: Único Canto Recortado 36">
            <a:extLst>
              <a:ext uri="{FF2B5EF4-FFF2-40B4-BE49-F238E27FC236}">
                <a16:creationId xmlns:a16="http://schemas.microsoft.com/office/drawing/2014/main" id="{BAC7F586-83C5-455C-BA17-D181532C6217}"/>
              </a:ext>
            </a:extLst>
          </p:cNvPr>
          <p:cNvSpPr/>
          <p:nvPr/>
        </p:nvSpPr>
        <p:spPr>
          <a:xfrm>
            <a:off x="7760878" y="3726994"/>
            <a:ext cx="1771726" cy="276209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3 – x</a:t>
            </a:r>
          </a:p>
        </p:txBody>
      </p:sp>
      <p:sp>
        <p:nvSpPr>
          <p:cNvPr id="38" name="Retângulo: Único Canto Recortado 37">
            <a:extLst>
              <a:ext uri="{FF2B5EF4-FFF2-40B4-BE49-F238E27FC236}">
                <a16:creationId xmlns:a16="http://schemas.microsoft.com/office/drawing/2014/main" id="{66DB8F1A-D87F-4B41-8165-71E2128CC5BF}"/>
              </a:ext>
            </a:extLst>
          </p:cNvPr>
          <p:cNvSpPr/>
          <p:nvPr/>
        </p:nvSpPr>
        <p:spPr>
          <a:xfrm>
            <a:off x="7769063" y="3391283"/>
            <a:ext cx="1771726" cy="276209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2 – x</a:t>
            </a:r>
          </a:p>
        </p:txBody>
      </p:sp>
      <p:sp>
        <p:nvSpPr>
          <p:cNvPr id="39" name="Retângulo: Único Canto Recortado 38">
            <a:extLst>
              <a:ext uri="{FF2B5EF4-FFF2-40B4-BE49-F238E27FC236}">
                <a16:creationId xmlns:a16="http://schemas.microsoft.com/office/drawing/2014/main" id="{2F75B538-7FB8-4412-8917-A97C898662BE}"/>
              </a:ext>
            </a:extLst>
          </p:cNvPr>
          <p:cNvSpPr/>
          <p:nvPr/>
        </p:nvSpPr>
        <p:spPr>
          <a:xfrm>
            <a:off x="7769063" y="4120519"/>
            <a:ext cx="1771726" cy="276209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4 – x</a:t>
            </a:r>
          </a:p>
        </p:txBody>
      </p:sp>
      <p:sp>
        <p:nvSpPr>
          <p:cNvPr id="40" name="Retângulo: Único Canto Recortado 39">
            <a:extLst>
              <a:ext uri="{FF2B5EF4-FFF2-40B4-BE49-F238E27FC236}">
                <a16:creationId xmlns:a16="http://schemas.microsoft.com/office/drawing/2014/main" id="{8C76B87D-830F-46C2-974A-2D191466C969}"/>
              </a:ext>
            </a:extLst>
          </p:cNvPr>
          <p:cNvSpPr/>
          <p:nvPr/>
        </p:nvSpPr>
        <p:spPr>
          <a:xfrm>
            <a:off x="7769063" y="4472564"/>
            <a:ext cx="1771726" cy="276209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5 – x</a:t>
            </a:r>
          </a:p>
        </p:txBody>
      </p:sp>
      <p:sp>
        <p:nvSpPr>
          <p:cNvPr id="41" name="Retângulo: Único Canto Recortado 40">
            <a:extLst>
              <a:ext uri="{FF2B5EF4-FFF2-40B4-BE49-F238E27FC236}">
                <a16:creationId xmlns:a16="http://schemas.microsoft.com/office/drawing/2014/main" id="{6DC103A0-3203-41B1-A6CA-797BBB850F7F}"/>
              </a:ext>
            </a:extLst>
          </p:cNvPr>
          <p:cNvSpPr/>
          <p:nvPr/>
        </p:nvSpPr>
        <p:spPr>
          <a:xfrm>
            <a:off x="9721040" y="2951687"/>
            <a:ext cx="1172355" cy="276209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1 – x</a:t>
            </a:r>
          </a:p>
        </p:txBody>
      </p:sp>
      <p:sp>
        <p:nvSpPr>
          <p:cNvPr id="42" name="Retângulo: Único Canto Recortado 41">
            <a:extLst>
              <a:ext uri="{FF2B5EF4-FFF2-40B4-BE49-F238E27FC236}">
                <a16:creationId xmlns:a16="http://schemas.microsoft.com/office/drawing/2014/main" id="{A9E1FB60-5601-4BA4-92AC-ED38FCB283E1}"/>
              </a:ext>
            </a:extLst>
          </p:cNvPr>
          <p:cNvSpPr/>
          <p:nvPr/>
        </p:nvSpPr>
        <p:spPr>
          <a:xfrm>
            <a:off x="9974326" y="3286086"/>
            <a:ext cx="1172356" cy="276209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2 – x</a:t>
            </a:r>
          </a:p>
        </p:txBody>
      </p:sp>
      <p:sp>
        <p:nvSpPr>
          <p:cNvPr id="43" name="Retângulo: Único Canto Recortado 42">
            <a:extLst>
              <a:ext uri="{FF2B5EF4-FFF2-40B4-BE49-F238E27FC236}">
                <a16:creationId xmlns:a16="http://schemas.microsoft.com/office/drawing/2014/main" id="{3D02F4F8-1731-42FF-BCDA-D20DBC061DA2}"/>
              </a:ext>
            </a:extLst>
          </p:cNvPr>
          <p:cNvSpPr/>
          <p:nvPr/>
        </p:nvSpPr>
        <p:spPr>
          <a:xfrm>
            <a:off x="10219431" y="3620797"/>
            <a:ext cx="1180539" cy="276209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3 – </a:t>
            </a:r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44" name="Retângulo: Único Canto Recortado 43">
            <a:extLst>
              <a:ext uri="{FF2B5EF4-FFF2-40B4-BE49-F238E27FC236}">
                <a16:creationId xmlns:a16="http://schemas.microsoft.com/office/drawing/2014/main" id="{F4B4C225-8A36-4D58-84FC-CDA0672C9625}"/>
              </a:ext>
            </a:extLst>
          </p:cNvPr>
          <p:cNvSpPr/>
          <p:nvPr/>
        </p:nvSpPr>
        <p:spPr>
          <a:xfrm>
            <a:off x="10428283" y="3989505"/>
            <a:ext cx="1172355" cy="276209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4 – </a:t>
            </a:r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45" name="Retângulo: Único Canto Recortado 44">
            <a:extLst>
              <a:ext uri="{FF2B5EF4-FFF2-40B4-BE49-F238E27FC236}">
                <a16:creationId xmlns:a16="http://schemas.microsoft.com/office/drawing/2014/main" id="{100FDED9-1F4F-4136-BF4D-E9EDB25819BF}"/>
              </a:ext>
            </a:extLst>
          </p:cNvPr>
          <p:cNvSpPr/>
          <p:nvPr/>
        </p:nvSpPr>
        <p:spPr>
          <a:xfrm>
            <a:off x="10542731" y="4350445"/>
            <a:ext cx="1172354" cy="276209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5 – </a:t>
            </a:r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46" name="Retângulo: Único Canto Recortado 45">
            <a:extLst>
              <a:ext uri="{FF2B5EF4-FFF2-40B4-BE49-F238E27FC236}">
                <a16:creationId xmlns:a16="http://schemas.microsoft.com/office/drawing/2014/main" id="{6ADC5100-7C15-476A-946F-743AEFA24F95}"/>
              </a:ext>
            </a:extLst>
          </p:cNvPr>
          <p:cNvSpPr/>
          <p:nvPr/>
        </p:nvSpPr>
        <p:spPr>
          <a:xfrm>
            <a:off x="6242592" y="377230"/>
            <a:ext cx="2248998" cy="213866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Projeto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: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47" name="Retângulo: Único Canto Recortado 46">
            <a:extLst>
              <a:ext uri="{FF2B5EF4-FFF2-40B4-BE49-F238E27FC236}">
                <a16:creationId xmlns:a16="http://schemas.microsoft.com/office/drawing/2014/main" id="{DBFCB267-9F7B-48AB-9254-165578F78108}"/>
              </a:ext>
            </a:extLst>
          </p:cNvPr>
          <p:cNvSpPr/>
          <p:nvPr/>
        </p:nvSpPr>
        <p:spPr>
          <a:xfrm>
            <a:off x="1635320" y="1510621"/>
            <a:ext cx="1647795" cy="483870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48" name="Retângulo: Único Canto Recortado 47">
            <a:extLst>
              <a:ext uri="{FF2B5EF4-FFF2-40B4-BE49-F238E27FC236}">
                <a16:creationId xmlns:a16="http://schemas.microsoft.com/office/drawing/2014/main" id="{F905DBD3-FBCB-4842-A7B7-C34DA513AE4F}"/>
              </a:ext>
            </a:extLst>
          </p:cNvPr>
          <p:cNvSpPr/>
          <p:nvPr/>
        </p:nvSpPr>
        <p:spPr>
          <a:xfrm>
            <a:off x="3735766" y="1450927"/>
            <a:ext cx="1647795" cy="483870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49" name="Retângulo: Único Canto Recortado 48">
            <a:extLst>
              <a:ext uri="{FF2B5EF4-FFF2-40B4-BE49-F238E27FC236}">
                <a16:creationId xmlns:a16="http://schemas.microsoft.com/office/drawing/2014/main" id="{41FC4812-A7AB-44A1-9DF2-F5A7061D049A}"/>
              </a:ext>
            </a:extLst>
          </p:cNvPr>
          <p:cNvSpPr/>
          <p:nvPr/>
        </p:nvSpPr>
        <p:spPr>
          <a:xfrm>
            <a:off x="6200178" y="3565143"/>
            <a:ext cx="1172355" cy="276209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2" name="Retângulo: Único Canto Recortado 1">
            <a:extLst>
              <a:ext uri="{FF2B5EF4-FFF2-40B4-BE49-F238E27FC236}">
                <a16:creationId xmlns:a16="http://schemas.microsoft.com/office/drawing/2014/main" id="{2B2C9A07-CE71-4A14-00C3-A4B8C3AC17E6}"/>
              </a:ext>
            </a:extLst>
          </p:cNvPr>
          <p:cNvSpPr/>
          <p:nvPr/>
        </p:nvSpPr>
        <p:spPr>
          <a:xfrm>
            <a:off x="1604164" y="4906539"/>
            <a:ext cx="1647795" cy="398112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" name="Retângulo: Único Canto Recortado 2">
            <a:extLst>
              <a:ext uri="{FF2B5EF4-FFF2-40B4-BE49-F238E27FC236}">
                <a16:creationId xmlns:a16="http://schemas.microsoft.com/office/drawing/2014/main" id="{61B6A335-11B3-379E-0EA6-0FB1146E2BC7}"/>
              </a:ext>
            </a:extLst>
          </p:cNvPr>
          <p:cNvSpPr/>
          <p:nvPr/>
        </p:nvSpPr>
        <p:spPr>
          <a:xfrm>
            <a:off x="1604164" y="5463564"/>
            <a:ext cx="1647795" cy="398112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xxx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C2B8350-57CE-D44E-2054-7A3E4EF46EB6}"/>
              </a:ext>
            </a:extLst>
          </p:cNvPr>
          <p:cNvSpPr/>
          <p:nvPr/>
        </p:nvSpPr>
        <p:spPr>
          <a:xfrm rot="16200000">
            <a:off x="-3033873" y="3035459"/>
            <a:ext cx="6656177" cy="585256"/>
          </a:xfrm>
          <a:prstGeom prst="rect">
            <a:avLst/>
          </a:prstGeom>
          <a:solidFill>
            <a:srgbClr val="002F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800" dirty="0">
                <a:latin typeface="+mj-lt"/>
              </a:rPr>
              <a:t>Project Model Canvas</a:t>
            </a:r>
          </a:p>
        </p:txBody>
      </p:sp>
      <p:sp>
        <p:nvSpPr>
          <p:cNvPr id="5" name="Retângulo: Único Canto Recortado 4">
            <a:extLst>
              <a:ext uri="{FF2B5EF4-FFF2-40B4-BE49-F238E27FC236}">
                <a16:creationId xmlns:a16="http://schemas.microsoft.com/office/drawing/2014/main" id="{637495C7-03FF-667E-62FB-30FCEEABEDAC}"/>
              </a:ext>
            </a:extLst>
          </p:cNvPr>
          <p:cNvSpPr/>
          <p:nvPr/>
        </p:nvSpPr>
        <p:spPr>
          <a:xfrm>
            <a:off x="1787264" y="365827"/>
            <a:ext cx="2248998" cy="213866"/>
          </a:xfrm>
          <a:prstGeom prst="snip1Rect">
            <a:avLst/>
          </a:prstGeom>
          <a:solidFill>
            <a:srgbClr val="F9E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Líder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: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xx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058921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A3EBBA-7326-4550-9100-0AB1C6956FB9}">
  <we:reference id="wa104381063" version="1.0.0.1" store="pt-BR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54501CBBAD6B242B0E9A861D0A12B10" ma:contentTypeVersion="19" ma:contentTypeDescription="Crie um novo documento." ma:contentTypeScope="" ma:versionID="e30e4485a46f6fe0e9f8269c18934b13">
  <xsd:schema xmlns:xsd="http://www.w3.org/2001/XMLSchema" xmlns:xs="http://www.w3.org/2001/XMLSchema" xmlns:p="http://schemas.microsoft.com/office/2006/metadata/properties" xmlns:ns2="c6d4206b-57c6-4bd6-8f09-2455fcd48d3b" xmlns:ns3="fca80522-8691-42e2-a723-6b4e31accd42" targetNamespace="http://schemas.microsoft.com/office/2006/metadata/properties" ma:root="true" ma:fieldsID="4d5a777de55c14054de17b6cff2be180" ns2:_="" ns3:_="">
    <xsd:import namespace="c6d4206b-57c6-4bd6-8f09-2455fcd48d3b"/>
    <xsd:import namespace="fca80522-8691-42e2-a723-6b4e31accd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d4206b-57c6-4bd6-8f09-2455fcd48d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3232145-ea39-4ecf-be45-b9fcbb86cd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80522-8691-42e2-a723-6b4e31accd4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6dea4065-9732-48eb-a1f4-78ee2f9734db}" ma:internalName="TaxCatchAll" ma:showField="CatchAllData" ma:web="fca80522-8691-42e2-a723-6b4e31accd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a80522-8691-42e2-a723-6b4e31accd42" xsi:nil="true"/>
    <lcf76f155ced4ddcb4097134ff3c332f xmlns="c6d4206b-57c6-4bd6-8f09-2455fcd48d3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E6B4E6E-18B5-4511-94B7-79A045A10E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d4206b-57c6-4bd6-8f09-2455fcd48d3b"/>
    <ds:schemaRef ds:uri="fca80522-8691-42e2-a723-6b4e31accd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75EFAE7-D962-4397-A1F6-8D166735F0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101DDD-B029-4F1D-BBF9-E35A1EC5EA27}">
  <ds:schemaRefs>
    <ds:schemaRef ds:uri="http://schemas.microsoft.com/office/2006/metadata/properties"/>
    <ds:schemaRef ds:uri="http://schemas.microsoft.com/office/infopath/2007/PartnerControls"/>
    <ds:schemaRef ds:uri="fca80522-8691-42e2-a723-6b4e31accd42"/>
    <ds:schemaRef ds:uri="c6d4206b-57c6-4bd6-8f09-2455fcd48d3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70</Words>
  <Application>Microsoft Office PowerPoint</Application>
  <PresentationFormat>Widescreen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2</vt:i4>
      </vt:variant>
    </vt:vector>
  </HeadingPairs>
  <TitlesOfParts>
    <vt:vector size="10" baseType="lpstr">
      <vt:lpstr>Arial</vt:lpstr>
      <vt:lpstr>Calibri</vt:lpstr>
      <vt:lpstr>Century Gothic</vt:lpstr>
      <vt:lpstr>1_Tema do Office</vt:lpstr>
      <vt:lpstr>2_Tema do Office</vt:lpstr>
      <vt:lpstr>4_Tema do Office</vt:lpstr>
      <vt:lpstr>3_Tema do Office</vt:lpstr>
      <vt:lpstr>5_Tema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do Módulo</dc:title>
  <dc:creator>Wagner Flávio</dc:creator>
  <cp:lastModifiedBy>Messias Reis da Silva</cp:lastModifiedBy>
  <cp:revision>165</cp:revision>
  <dcterms:created xsi:type="dcterms:W3CDTF">2021-03-25T19:25:03Z</dcterms:created>
  <dcterms:modified xsi:type="dcterms:W3CDTF">2026-03-18T13:15:18Z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0x010100D54501CBBAD6B242B0E9A861D0A12B10</vt:lpwstr>
  </property>
  <property fmtid="{D5CDD505-2E9C-101B-9397-08002B2CF9AE}" pid="3" name="MediaServiceImageTags">
    <vt:lpwstr/>
  </property>
</Properties>
</file>